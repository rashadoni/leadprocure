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651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28600"/>
            <a:ext cx="4203700" cy="905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4600">
                <a:solidFill>
                  <a:srgbClr val="FFFFFF"/>
                </a:solidFill>
                <a:latin typeface="Barlow Condensed"/>
              </a:defRPr>
            </a:pPr>
            <a:r>
              <a:t>Leadprocure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40600" y="352583"/>
            <a:ext cx="2298700" cy="1870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50">
                <a:solidFill>
                  <a:srgbClr val="B8B8B8"/>
                </a:solidFill>
                <a:latin typeface="IBM Plex Sans"/>
              </a:defRPr>
            </a:pPr>
            <a:r>
              <a:t>MƏHSUL MƏLUMAT VƏRƏQİ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054100"/>
            <a:ext cx="65059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FFFFFF"/>
                </a:solidFill>
                <a:latin typeface="Barlow Condensed"/>
              </a:defRPr>
            </a:pPr>
            <a:r>
              <a:t>Korporativ satınalma və təchizatçı əməkdaşlığı platforması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86364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Satınalma tələbindən tenderə, müqavilədən sifariş, qəbul və qaiməyə qədər vahid iş prosesi. Leadprocure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03128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məsul şəxsləri, qərarları və əməliyyat məlumatlarını əlaqələndirərək satınalma, maliyyə və əməliyyat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19892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komandalarına ortaq baxış verir.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46816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Daxili təsdiq qaydaları, rəqabətli seçim və təchizatın icrası üzərində sistemli nəzarət qurmaq istəyən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63580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müəssisələr və korporativ satınalma komandaları.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959100"/>
            <a:ext cx="65059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Əsas imkanlar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400" y="3314700"/>
            <a:ext cx="64932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2100" y="349250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45440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Revers-auksion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7584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Cari ən yaxşı qiymət və növbəti maksimum təklif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9235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həddi iştirakçıya görünür. Minimum endirim addımı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40886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və son anda gələn təkliflər üçün müddətin məhdud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2537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uzadılması qaydası tətbiq olunur.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100" y="481584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477774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Məxfi RFQ və RFP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50818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Qiymət təklifi sorğusunda və texniki təklifli tenderdə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52469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məbləğlər açılışa qədər alıcıdan gizlidir. RFI ilə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54120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qiymətsiz məlumat toplamaq, ümumi sual-cavab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5771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bölməsində iştirakçıları məlumatlandırmaq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7422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mümkündür.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100" y="613918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10108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Təsdiq zəncirləri və səlahiyyət bölgüsü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4051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Məbləğə görə satınalma metodu və təsdiq addımları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5702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müəyyən edilir. Müəllif öz tələbini təsdiqləmir; bir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67353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şəxs eyni tələbin iki təsdiq addımını yerinə yetirə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69004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bilmir.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100" y="746252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742442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Lotlar üzrə seçim və formal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766826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qiymətləndirmə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79723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Meyarlar əvvəlcədən müəyyən edilir. Lotlar müxtəlif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81374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təchizatçılara verilə bilər. Qiymətləndirmədə birinci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83025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olmayan təklifin seçilməsi və yalnız bir uyğun təklifin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84676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olduğu hallar əsaslandırma tələb edir.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100" y="878586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874776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İzah edilən AI tövsiyəsi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90518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Açılmış təkliflər qiymət, çatdırılma müddəti və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" y="92169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təchizatçı tarixçəsi əsasında müqayisə olunur.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400" y="93820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Tövsiyə qərarı dəstəkləyir; formal qiymətləndirməni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400" y="9547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əvəz etmir və qalibi avtonom seçmir.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29200" y="349250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0500" y="345440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Təchizatçı reyestri və sənəd yoxlaması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0500" y="37584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Dəvət, təsdiq, bloklama və KYC sənədlərinin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0500" y="39235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nəzərdən keçirilməsi bir prosesdə aparılır.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0500" y="40886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Çatdırılma, keyfiyyət və kommunikasiya üzrə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0500" y="42537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qiymətləndirmələr təchizatçının performans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0500" y="44188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tarixçəsini formalaşdırır.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29200" y="481584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0500" y="477774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Müqavilələr, sifarişlər və qiymət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0500" y="502158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kataloqları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70500" y="53256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Müqavilədən PO və qəbula qədər icra izlənir.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0500" y="54907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Dəyişiklik təchizatçının razılığı ilə tətbiq olunur.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70500" y="56558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Razılaşdırılmış qiymət kataloqları minimum miqdar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70500" y="58209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yoxlaması ilə təkrar sifariş imkanı verir.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29200" y="613918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0500" y="610108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Qaimələrin üçtərəfli üzləşdirilməsi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70500" y="64051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Sifariş, faktiki qəbul və qaimə müqayisə edilir;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70500" y="65702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qiymət və miqdar uyğunsuzluqları göstərilir.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0500" y="67353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Mübahisəli qaimənin istisna olaraq təsdiqi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70500" y="69004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əsaslandırılır. Ödəniş statusu uçota alınır.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29200" y="746252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70500" y="742442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Büdcə və xərc analitikası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70500" y="77285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Kateqoriya və il üzrə limitlər, təsdiqlənmiş tələblərin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70500" y="78936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büdcəyə təsiri və aşım xəbərdarlıqları görünür.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70500" y="80587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Qəbul edilmiş sifarişlər üzrə aylıq xərclər,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70500" y="82238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kateqoriyalar və əsas təchizatçılar izlənir.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29200" y="878586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70500" y="874776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Planlı təchizatçı xatırlatmaları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70500" y="90518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Cavab verməmiş dəvətli təchizatçılar üçün e-poçt və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70500" y="92169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WhatsApp ardıcıllıqları qurulur. Təklif daxil olduqda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70500" y="93820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zəncir dayanır; alıcı xatırlatmaları əl ilə də dayandıra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70500" y="9547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bilər.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33400" y="10210800"/>
            <a:ext cx="64932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33400" y="10297001"/>
            <a:ext cx="5743900" cy="167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850">
                <a:solidFill>
                  <a:srgbClr val="555555"/>
                </a:solidFill>
                <a:latin typeface="IBM Plex Sans"/>
              </a:defRPr>
            </a:pPr>
            <a:r>
              <a:t>LEADPROCURE / MƏHSUL MƏLUMAT VƏRƏQİ / AZ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44000" y="10297001"/>
            <a:ext cx="495300" cy="167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850">
                <a:solidFill>
                  <a:srgbClr val="161616"/>
                </a:solidFill>
                <a:latin typeface="IBM Plex Sans"/>
              </a:defRPr>
            </a:pPr>
            <a: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4224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9337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FFFFFF"/>
                </a:solidFill>
                <a:latin typeface="Barlow Condensed"/>
              </a:defRPr>
            </a:pPr>
            <a:r>
              <a:t>Leadprocure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6505900" cy="846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4300">
                <a:solidFill>
                  <a:srgbClr val="FFFFFF"/>
                </a:solidFill>
                <a:latin typeface="Barlow Condensed"/>
              </a:defRPr>
            </a:pPr>
            <a:r>
              <a:t>Profil və tətbiq şərtləri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689100"/>
            <a:ext cx="30688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İş mühiti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3400" y="2044700"/>
            <a:ext cx="30561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3400" y="2181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Rollar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995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Alıcı administratoru · Təsdiqləyən şəxs · Alıcı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5672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istifadəçisi · Təchizatçı istifadəçisi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8745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Dillər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0930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Azərbaycan dili · Rus dili · İngilis dili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4003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Maliyyə məlumatları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6187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Valyuta və məbləğ uçotu; serverdə hesablanan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7864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yekunlar. VÖEN və mövqe üzrə ƏDV dərəcəsi; AZN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9540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ilə iş axını.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0500" y="1689100"/>
            <a:ext cx="30688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Yerləşdirmə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0500" y="2044700"/>
            <a:ext cx="30561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70500" y="2181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Bulud modeli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0500" y="23995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Təşkilatlar üzrə məlumat ayrılması ilə 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0500" y="25672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yerləşdirmə.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0500" y="28872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Müştərinin infrastrukturunda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0500" y="31057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Öz infrastrukturunda yerləşdirmə və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0500" y="32733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lisenziyalaşdırma; texniki əhatə ayrıca razılaşdırılır.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391660"/>
            <a:ext cx="30688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Nəzarət mexanizmləri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3400" y="4747260"/>
            <a:ext cx="30561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3400" y="4950460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400" y="488370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Rollar üzrə əməliyyat səlahiyyətləri və təşkilatlar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00" y="505134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arasında məlumat ayrılması.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5374640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400" y="530788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Məxfi təkliflər üçün AES-256-GCM şifrələməsi və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" y="547552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açılışa bağlı görünürlük.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5798820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400" y="573206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Təsdiq səlahiyyətlərinin ayrılması və əvvəlcədən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" y="589970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müəyyən edilən qiymətləndirmə meyarları.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400" y="6222999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400" y="615624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Əsas əməliyyatlar üçün tətbiq istifadəçisinin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400" y="632388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dəyişə bilmədiyi audit qeydləri.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6647180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400" y="658042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Son təqdimetmə tarixinin və məbləğ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400" y="674806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hesablamalarının serverdə yoxlanılması.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0500" y="4391660"/>
            <a:ext cx="30688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Məlumat mübadiləsi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970500" y="4747260"/>
            <a:ext cx="30561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70500" y="48837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UBL və OCDS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0500" y="5102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UBL qaimə faylı və OCDS quruluşunda tender/nəticə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70500" y="52697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məlumatlarının ixracı.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0500" y="55771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1C üçün CSV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0500" y="57955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Qaimələrin 1C-yə uyğunlaşdırıla bilən CSV faylı ilə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0500" y="59632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ixracı.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0500" y="62705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E-poçt və WhatsApp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0500" y="64889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Təşkilatın SMTP və Meta WhatsApp Cloud kanalları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0500" y="66566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ilə qoşulma.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7172959"/>
            <a:ext cx="65059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Funksiyaların tətbiq şərtləri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33400" y="7528559"/>
            <a:ext cx="64932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33400" y="7725409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400" y="766540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Büdcə aşımı təsdiqi avtomatik bloklamır. Ödəniş statusunun qeydi bank köçürməsi deyil.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3400" y="7923530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400" y="786352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CSV ixracı canlı ERP sinxronlaşdırılması deyil. Peppol şəbəkəsində göndəriş üçün ayrıca Access Point xidməti tələb olunur.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8121650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0400" y="806164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Təchizatçı yoxlaması sənədlər və alıcının qərarına əsaslanır. Real ASAN İmza operator bağlantısı cari versiyada aktiv deyil.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3400" y="8319770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0400" y="825976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Xarici mesaj kanalları sazlamalar və uyğun şablonlar tələb edir. LLM izahı ayrıca konfiqurasiyadan asılıdır; yerli tövsiyə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400" y="840708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modeli mövcuddur.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3400" y="8665210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0400" y="860520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Modulların əlçatanlığı lisenziya və texniki konfiqurasiyadan asılıdır. Format dəstəyi sertifikatlaşdırma və ya hüquqi uyğunluq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0400" y="875252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zəmanəti deyil.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3400" y="9271000"/>
            <a:ext cx="6493200" cy="7874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8500" y="9372600"/>
            <a:ext cx="6175700" cy="354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FFFFFF"/>
                </a:solidFill>
                <a:latin typeface="Barlow Condensed"/>
              </a:defRPr>
            </a:pPr>
            <a:r>
              <a:t>Pilot satınalma ilə başlayın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8500" y="9674145"/>
            <a:ext cx="61757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FFFFFF"/>
                </a:solidFill>
                <a:latin typeface="IBM Plex Sans"/>
              </a:defRPr>
            </a:pPr>
            <a:r>
              <a:t>Pilot üçün bir satınalma kateqoriyası seçilir; rollar, qaydalar və nəticənin qiymətləndirilməsi meyarları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8500" y="9841785"/>
            <a:ext cx="61757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FFFFFF"/>
                </a:solidFill>
                <a:latin typeface="IBM Plex Sans"/>
              </a:defRPr>
            </a:pPr>
            <a:r>
              <a:t>birlikdə müəyyən edilir.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33400" y="10210800"/>
            <a:ext cx="64932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33400" y="10297001"/>
            <a:ext cx="5743900" cy="167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850">
                <a:solidFill>
                  <a:srgbClr val="555555"/>
                </a:solidFill>
                <a:latin typeface="IBM Plex Sans"/>
              </a:defRPr>
            </a:pPr>
            <a:r>
              <a:t>LEADPROCURE / MƏHSUL MƏLUMAT VƏRƏQİ / AZ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44000" y="10297001"/>
            <a:ext cx="495300" cy="167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850">
                <a:solidFill>
                  <a:srgbClr val="161616"/>
                </a:solidFill>
                <a:latin typeface="IBM Plex Sans"/>
              </a:defRPr>
            </a:pPr>
            <a: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Leadprocure — Məhsul məlumat vərəqi</dc:title>
  <dc:subject/>
  <dc:creator>Leadprocure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